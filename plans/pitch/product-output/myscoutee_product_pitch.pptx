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DED0A6C-C553-4F2E-BADA-27161FD9843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5F8C4D7-7A2A-446D-B5AA-A6E9F580C20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792CEA0-0826-48C4-8758-587DE109BEF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76B6B9D-AF61-481D-A2C2-D0F63B702E5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473BFFD-5157-4726-8681-B87A7446002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1640" cy="438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CFD4963-4A17-43AD-89F0-FDAAD94FFD1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2E5E962-FC42-47F7-9C9E-54258C51FD9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7336835-6790-4EC1-98FA-CB86714B1A2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31D40FA-E948-4C05-AF5D-2E7E9219BE4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B423855-CFFE-4E56-9266-78984C583BD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6F3798C-D816-4E09-A378-89EEF831D70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12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804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40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12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804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713E5D3-AB57-49DC-9F9C-64D7E184FAA0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ct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F5023AB7-C949-44AF-BE46-6E073731055D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LibreOffice/7.3.7.2$Linux_X86_64 LibreOffice_project/30$Build-2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2026-07-26T03:23:20Z</dcterms:created>
  <dc:creator/>
  <dc:description/>
  <dc:language>en-US</dc:language>
  <cp:lastModifiedBy/>
  <dcterms:modified xsi:type="dcterms:W3CDTF">2026-07-26T03:23:20Z</dcterms:modified>
  <cp:revision>1</cp:revision>
  <dc:subject/>
  <dc:title/>
</cp:coreProperties>
</file>