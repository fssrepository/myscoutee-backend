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38D504-1468-4484-8916-28D4967865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C0E8AE-C898-4B02-AABD-B882D3F324A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111334-2522-413D-8A81-CDD49E20019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E30500-4AAA-4814-AD61-1DD7CFFA4CB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042C92-71D0-48FA-A39B-EA076D7133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57B61A-C27A-4145-A69D-361E2471135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25E9E6-0998-4101-AD3E-1EE4D1CA5B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F6F4A-C2BA-41FB-86D2-17711FCEBE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10379AD-4FCD-4887-9FAD-270EC89E55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99430FE-7C9D-4B22-80C0-1FB0AF09A3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656D1-0FFA-42F0-9D56-F5749E6E6D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A030053-3201-4DBE-AE67-AB95E862892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A2526AC5-87EF-4C83-8C53-D198C666812C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" descr=""/>
          <p:cNvPicPr/>
          <p:nvPr/>
        </p:nvPicPr>
        <p:blipFill>
          <a:blip r:embed="rId1"/>
          <a:stretch/>
        </p:blipFill>
        <p:spPr>
          <a:xfrm>
            <a:off x="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2026-07-26T02:36:41Z</dcterms:created>
  <dc:creator/>
  <dc:description/>
  <dc:language>en-US</dc:language>
  <cp:lastModifiedBy/>
  <dcterms:modified xsi:type="dcterms:W3CDTF">2026-07-26T02:36:41Z</dcterms:modified>
  <cp:revision>1</cp:revision>
  <dc:subject/>
  <dc:title/>
</cp:coreProperties>
</file>