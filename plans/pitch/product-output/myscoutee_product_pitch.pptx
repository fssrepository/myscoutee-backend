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A5FBEB0-897A-4BA3-BB39-69CF26CD31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2872B9F-6939-4DB5-9DF5-1223C7F510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C4EE80E-35C1-46C0-8B68-8FE7650EEB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7B8586F-A8D9-4616-96FF-60ECC5FD1FC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28BE699-75E2-4EAA-BFCF-C2FE2CD6C5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3E8643-ACE9-4AF9-AC51-C21B695989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74DC14E-A1BC-42DB-BB46-E097E29EB7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C9F1183-07A1-4E2B-9575-5093B52FB7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186CDA-23BF-4970-9210-CE632C0F33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96885B-8796-443D-BB00-1FDBCEAD13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08DDD43-BA1A-468D-9E64-E398FD06AD4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A03F332-EF7E-497B-A50C-ED38291AC12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6188AC5-8C13-4125-AD3C-6D7B39B6B09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2026-07-26T03:34:27Z</dcterms:created>
  <dc:creator/>
  <dc:description/>
  <dc:language>en-US</dc:language>
  <cp:lastModifiedBy/>
  <dcterms:modified xsi:type="dcterms:W3CDTF">2026-07-26T03:34:27Z</dcterms:modified>
  <cp:revision>1</cp:revision>
  <dc:subject/>
  <dc:title/>
</cp:coreProperties>
</file>