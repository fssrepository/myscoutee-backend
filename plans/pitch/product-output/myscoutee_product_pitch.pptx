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52A231C-5E69-4486-B9E5-A6D6CD15BB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533DD20-8DDD-457E-9862-4B23F71A0B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724756-D189-40EE-83F8-63E238D2D3F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D56888-0F2A-46C3-9368-F1776353C4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FE41D3E-0E89-4272-8093-E49A72B9B41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1F0A41-08DB-4018-B3E6-B2DAA73BDC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798779E-0BA8-4016-A27C-5F6F6088EF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036E161-F2D2-4738-B137-C7022EB0438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4D4115-6992-44C1-80A8-7878680902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168CD24-7949-4484-A3C2-21230F8B65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811EA9-A25C-4CF7-80F0-FFC0A15528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DB6668-4948-4CF6-A666-40F0B7E073B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2FF3EE8-5C57-4F3B-B76E-6A02BA337CFB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2026-07-26T02:55:06Z</dcterms:created>
  <dc:creator/>
  <dc:description/>
  <dc:language>en-US</dc:language>
  <cp:lastModifiedBy/>
  <dcterms:modified xsi:type="dcterms:W3CDTF">2026-07-26T02:55:06Z</dcterms:modified>
  <cp:revision>1</cp:revision>
  <dc:subject/>
  <dc:title/>
</cp:coreProperties>
</file>