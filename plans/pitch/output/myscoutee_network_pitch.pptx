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DD5DFCC-E7B2-4DBF-9D41-8DFF290269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5CB8B1-8968-4B0A-8339-EC08676407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7AA753-50BA-4439-95B0-8E51E14E20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3FC8206-950C-4E6B-A342-410844DB09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493E6E-298A-49FA-946E-A2BEC4D0F4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37AF365-EAB8-42CC-B584-F8A8F60F5D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9F5E456-97E0-4060-AE18-709AA87C72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BFFC6E-D067-4149-A3DC-1DD7702C25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2DFCA6-8ADD-4C4B-8116-763BE97D4B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1F7C3A-229A-480C-84B6-51DE3FC18C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CD0D93F-1AEE-4731-B574-012783CCC4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FEA729-CD53-4728-A1CA-EA130592E5B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FA8E22E-BA44-4E5B-98B3-EF01B23D8A9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2026-07-28T09:44:05Z</dcterms:created>
  <dc:creator/>
  <dc:description/>
  <dc:language>en-US</dc:language>
  <cp:lastModifiedBy/>
  <dcterms:modified xsi:type="dcterms:W3CDTF">2026-07-28T09:44:05Z</dcterms:modified>
  <cp:revision>1</cp:revision>
  <dc:subject/>
  <dc:title/>
</cp:coreProperties>
</file>