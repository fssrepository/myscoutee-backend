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A274450-2339-4B85-8575-79838227C0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893EA01-00BC-4A7A-BD52-C39B475514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042E7BB-4327-451B-A85E-FA1E6A6BD2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95668CD-E78F-44B4-9374-C07A085CC7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9B4966-9CBE-456C-8ED5-84935ACD91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889E64F-132A-4344-B340-87B50E9ABA7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1281DED-226F-46E1-B6BA-79A251B353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987EBBE-3DCF-4A04-9C10-3DCC5F2A99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66CC3B4-E84F-4D8D-A151-DFF318FD55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367E438-C47C-4C39-A0CB-4D334DE292D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3576FF9-57FA-4517-A622-7869983025C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3B5A12-0510-4799-9285-AB9B900BC0A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DB99BE9-95CF-4996-A3C2-CA185DFFD792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2026-07-26T03:34:41Z</dcterms:created>
  <dc:creator/>
  <dc:description/>
  <dc:language>en-US</dc:language>
  <cp:lastModifiedBy/>
  <dcterms:modified xsi:type="dcterms:W3CDTF">2026-07-26T03:34:41Z</dcterms:modified>
  <cp:revision>1</cp:revision>
  <dc:subject/>
  <dc:title/>
</cp:coreProperties>
</file>