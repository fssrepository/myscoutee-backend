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4BC63E-51E9-447C-82C3-DD5E319888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8D2A17-72DE-4680-8F68-86FFE9398C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4305A6-5BEB-43E9-84E0-C21BF04AE0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9F65D7-C3FF-49FD-817B-016E309D33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0779AF-A14D-4AEF-A26B-C81076DA29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65339C-B5C1-48A0-8813-1A0B0ED837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F0015B-D414-4A36-9E47-BAA5561C1E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298B84-7260-4A5D-A962-6A82AB2794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2AA757-4697-4287-BFB9-C0B528CAEF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853F16-10BE-44DB-85C9-0F2CD50CF0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CD49D2-3098-445A-9F56-1CA5C498C2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83258B-E14F-4AFF-8E2E-791CA8DDF6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B4CE49D-C72E-433C-B578-4782A8E19CF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2026-07-26T03:07:54Z</dcterms:created>
  <dc:creator/>
  <dc:description/>
  <dc:language>en-US</dc:language>
  <cp:lastModifiedBy/>
  <dcterms:modified xsi:type="dcterms:W3CDTF">2026-07-26T03:07:54Z</dcterms:modified>
  <cp:revision>1</cp:revision>
  <dc:subject/>
  <dc:title/>
</cp:coreProperties>
</file>