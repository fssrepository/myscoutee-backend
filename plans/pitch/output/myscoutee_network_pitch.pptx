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69ED832-67E2-4534-855D-8B3005F643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D90D4EB-8894-4924-BEFC-C33BD9445D8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725F1CE-AC09-48BF-8F24-D0206B0EEC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374057A-605A-488D-9BD6-2AC665ED5C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B6F795-A722-4C9C-AEBA-10E8C4BD206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6DF14B5-0AD9-4569-95D6-C88772BC1F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B4CC3A8-F1F9-4865-BFF8-F0CD389542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50410D8-4E17-4CAF-8760-9F77A844E2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318C235-0306-4F57-8C46-660B75E6DE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BB22AF-A5BA-40D7-A965-DAE5FE2EBAE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75615F6-D0A3-4797-A7F9-39F3C4D1562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6280B2-9B2C-4916-AC9F-A95567742B9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EB019CE-9033-4BE2-8FF5-A957454506C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2026-07-28T19:35:19Z</dcterms:created>
  <dc:creator/>
  <dc:description/>
  <dc:language>en-US</dc:language>
  <cp:lastModifiedBy/>
  <dcterms:modified xsi:type="dcterms:W3CDTF">2026-07-28T19:35:20Z</dcterms:modified>
  <cp:revision>1</cp:revision>
  <dc:subject/>
  <dc:title/>
</cp:coreProperties>
</file>