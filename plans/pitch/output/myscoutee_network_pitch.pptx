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84E9902-B317-4B88-A8DB-BFC8F1FED2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3E4686-5C41-4934-B907-6081D0FB55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3A183AB-F80B-421C-BBB3-93B885B3F0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B0D3F1-7BB2-4118-9CA0-17225E4D1B8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CAE6979-3DE4-4614-9684-27559857EB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995DA6-3BB8-4102-81A4-1F31A962A8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C56AFD5-5142-4019-A903-60FD1C6D4B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6637F20-0DBE-4846-A56B-B231809DB7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3C571B5-F6F9-44D2-909F-770E8714487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0366CE-870E-43D2-A91D-2F44941615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71827E-5A27-4686-A756-D090FA8CFE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496D7F-B9CB-470F-BFB2-56DC739B984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3CD0F59-B75F-43E3-83F5-D1EB6EE5075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2026-07-26T02:09:00Z</dcterms:created>
  <dc:creator/>
  <dc:description/>
  <dc:language>en-US</dc:language>
  <cp:lastModifiedBy/>
  <dcterms:modified xsi:type="dcterms:W3CDTF">2026-07-26T02:09:00Z</dcterms:modified>
  <cp:revision>1</cp:revision>
  <dc:subject/>
  <dc:title/>
</cp:coreProperties>
</file>