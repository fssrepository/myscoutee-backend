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18CC40D4-6972-4004-AAB1-D4DF78BAFCE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9A4E05E-A6A7-4707-B061-5FC8CDDE9DE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E71F994-1E29-4128-81BB-3D86FB131D7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80C6906B-72A8-4072-8927-C27E5750E73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E177DF98-42B1-44BE-9D1C-596980674D0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4000" y="226080"/>
            <a:ext cx="9071640" cy="438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642FF49A-03B2-4FE3-A81D-B886CE0CA3D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C7F1C49-05EC-43EF-944A-B4D73DA98DC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A9A5F0DB-3B16-445C-90C0-9C74858AFA3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E89D01E-ACE3-4C4A-A4DF-44FE4AB25E5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4000" y="3044160"/>
            <a:ext cx="907164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F0EE898A-C94F-40D3-BF6B-47D4BDED44B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52680" y="132660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400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52680" y="3044160"/>
            <a:ext cx="442692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552E2C21-7490-493F-87E2-72092CA57AA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4400" spc="-1" strike="noStrike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7120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38040" y="132660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40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7120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38040" y="3044160"/>
            <a:ext cx="2920680" cy="15681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31CBA63C-E223-4F42-A79B-DBFD700CC23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US" sz="4400" spc="-1" strike="noStrike">
                <a:latin typeface="Arial"/>
              </a:rPr>
              <a:t>Click to edit the title text format</a:t>
            </a:r>
            <a:endParaRPr b="0" lang="en-US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latin typeface="Arial"/>
              </a:rPr>
              <a:t>Click to edit the outline text format</a:t>
            </a:r>
            <a:endParaRPr b="0" lang="en-US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latin typeface="Arial"/>
              </a:rPr>
              <a:t>Second Outline Level</a:t>
            </a:r>
            <a:endParaRPr b="0" lang="en-US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latin typeface="Arial"/>
              </a:rPr>
              <a:t>Third Outline Level</a:t>
            </a:r>
            <a:endParaRPr b="0" lang="en-US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latin typeface="Arial"/>
              </a:rPr>
              <a:t>Fourth Outline Level</a:t>
            </a:r>
            <a:endParaRPr b="0" lang="en-US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Fifth Outline Level</a:t>
            </a:r>
            <a:endParaRPr b="0" lang="en-US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Sixth Outline Level</a:t>
            </a:r>
            <a:endParaRPr b="0" lang="en-US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latin typeface="Arial"/>
              </a:rPr>
              <a:t>Seventh Outline Level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ct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ctr">
              <a:buNone/>
            </a:pPr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1D6FA6CA-4DB4-4BE0-B2CE-C3246AF7CF50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" descr=""/>
          <p:cNvPicPr/>
          <p:nvPr/>
        </p:nvPicPr>
        <p:blipFill>
          <a:blip r:embed="rId1"/>
          <a:stretch/>
        </p:blipFill>
        <p:spPr>
          <a:xfrm>
            <a:off x="0" y="0"/>
            <a:ext cx="12192120" cy="6858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LibreOffice/7.3.7.2$Linux_X86_64 LibreOffice_project/30$Build-2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2026-07-26T02:38:30Z</dcterms:created>
  <dc:creator/>
  <dc:description/>
  <dc:language>en-US</dc:language>
  <cp:lastModifiedBy/>
  <dcterms:modified xsi:type="dcterms:W3CDTF">2026-07-26T02:38:30Z</dcterms:modified>
  <cp:revision>1</cp:revision>
  <dc:subject/>
  <dc:title/>
</cp:coreProperties>
</file>