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69B147E-06E1-4CF5-83A1-2EB99222649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66D02F6-5216-4A16-BAA7-5118B1ED7F8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AB1B875-C3CF-4503-A8ED-8A3511B96C9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651E300-0432-40A6-8C72-53A5A094C5F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21D636C-ADAA-4E54-8331-3424B8615F7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61E586D-8168-4DB3-AA0F-FD867E7C6B5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91F63DD-6896-4EAD-8F3F-C9614FF517A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CADB6EC-494F-4427-8765-5BCB3C3ABC4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4738C4A-9974-4A0D-B413-278A923560C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F70A009-3236-47C1-A13B-7D9930EF2A4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97AF41A-C8E2-4271-9FE4-C0E1DBF71F1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2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804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2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804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2723529-8DC3-4DD0-A8CC-34D7EB7FC08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96CAFC62-0436-4EA5-8FF6-1DB2C282388B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LibreOffice/7.3.7.2$Linux_X86_64 LibreOffice_project/30$Build-2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2026-07-26T03:22:00Z</dcterms:created>
  <dc:creator/>
  <dc:description/>
  <dc:language>en-US</dc:language>
  <cp:lastModifiedBy/>
  <dcterms:modified xsi:type="dcterms:W3CDTF">2026-07-26T03:22:00Z</dcterms:modified>
  <cp:revision>1</cp:revision>
  <dc:subject/>
  <dc:title/>
</cp:coreProperties>
</file>